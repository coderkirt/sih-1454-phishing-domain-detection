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-798" y="-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pPr/>
              <a:t>7/24/2026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pPr/>
              <a:t>7/24/2026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pPr/>
              <a:t>7/24/2026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xmlns="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xmlns="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7490</TotalTime>
  <Words>325</Words>
  <Application>Microsoft Office PowerPoint</Application>
  <PresentationFormat>Custom</PresentationFormat>
  <Paragraphs>62</Paragraphs>
  <Slides>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Slide 7</vt:lpstr>
    </vt:vector>
  </TitlesOfParts>
  <Company>Crowdfunder, Inc.</Company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ADMIN</cp:lastModifiedBy>
  <cp:revision>148</cp:revision>
  <dcterms:created xsi:type="dcterms:W3CDTF">2013-12-12T18:46:50Z</dcterms:created>
  <dcterms:modified xsi:type="dcterms:W3CDTF">2026-07-24T09:52:11Z</dcterms:modified>
</cp:coreProperties>
</file>