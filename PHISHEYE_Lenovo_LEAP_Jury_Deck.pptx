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OTP/UPI story, then say the product name once: PHISHEYE. Do not say Flask, Postgres, or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 slowly. Point at sbi-login.xyz. Say HTTPS is cheap. Then go to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extension is the main product. The website is the console. Same POST to FastAPI.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live PHISHEYE landing. Analyze URL, screenshot, Get browser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dashboard URL scan. Right: multi-channel scan — URL, message, email, WhatsApp/SMS, screenshot,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explicit: no Gmail OAuth, no native WhatsApp, QR does not fetch the phishing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ask about paypal.com SAFE in community reports: users can be wrong. Reports do not override feeds.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958 scans / 117 threats / 87.8% safety rate are dashboard numbers from stored checks. Do NOT say 99% or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unpacked, not Chrome Web Store. Demo: github.com opens if LOW. sbi-login.xyz stays closed. Do not open a live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say VirusTotal already exists: VT is after-click research. We stop the navigation first and explain in plain English.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Fusion key ml is a copy of the lexical URL score — not sklearn. Psychology cannot solo-CRITICAL (cap 35).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working prototype, explainable engine, scan-before-open. Free Render sleeps after ~15 minutes — hit /health first. Load unpacked, not Web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10600"/>
                </a:solidFill>
                <a:latin typeface="Calibri"/>
                <a:ea typeface="Calibri"/>
              </a:rPr>
              <a:t>LENOVO LEAP  ·  JURY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F5F5F5"/>
                </a:solidFill>
                <a:latin typeface="Calibri"/>
                <a:ea typeface="Calibri"/>
              </a:rPr>
              <a:t>PHISHEYE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F5F5F5"/>
                </a:solidFill>
                <a:latin typeface="Calibri"/>
                <a:ea typeface="Calibri"/>
              </a:rPr>
              <a:t>Scan before you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A9A9A"/>
                </a:solidFill>
                <a:latin typeface="Calibri"/>
                <a:ea typeface="Calibri"/>
              </a:rPr>
              <a:t>A working phishing and lookalike-domain detector for Indian users.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9A9A9A"/>
                </a:solidFill>
                <a:latin typeface="Calibri"/>
                <a:ea typeface="Calibri"/>
              </a:rPr>
              <a:t>Dashboard + Chrome extension share one FastAPI engine.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92040"/>
            <a:ext cx="1920240" cy="73152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1206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9A9A"/>
                </a:solidFill>
                <a:latin typeface="Calibri"/>
                <a:ea typeface="Calibri"/>
              </a:rPr>
              <a:t>Live product  ·  React + FastAPI + SQLite  ·  Chrome MV3 scan-before-open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01  / 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0600"/>
                </a:solidFill>
                <a:latin typeface="Calibri"/>
                <a:ea typeface="Calibri"/>
              </a:rPr>
              <a:t>01  /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5F5"/>
                </a:solidFill>
                <a:latin typeface="Calibri"/>
                <a:ea typeface="Calibri"/>
              </a:rPr>
              <a:t>A padlock does not mean it is SBI.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566160" cy="448056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64008" cy="448056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72184"/>
            <a:ext cx="32461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70992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The SMS arrives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93976"/>
            <a:ext cx="3246120" cy="3593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“Your SBI account will be blocked. Complete KYC in 10 minutes. Share OTP.”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The page looks real. It has HTTPS. The victim types the OTP. Money leaves.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25880"/>
            <a:ext cx="3566160" cy="448056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25880"/>
            <a:ext cx="64008" cy="448056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472184"/>
            <a:ext cx="32461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HUMAN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70992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Why people 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093976"/>
            <a:ext cx="3246120" cy="3593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Blacklists are late. A new fake domain can steal for hours.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Short links and QR codes hide the real host.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Parents and first-time UPI users need plain English, not certificate jargon.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3566160" cy="448056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25880"/>
            <a:ext cx="64008" cy="448056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472184"/>
            <a:ext cx="32461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LOOKALIKE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70992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What we must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093976"/>
            <a:ext cx="3246120" cy="3593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paypa1.com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sbi-login.xyz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amaz0n-secure.tk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hdfc-login.vercel.app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Lookalikes that imitate genuine brands — the core of this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02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0600"/>
                </a:solidFill>
                <a:latin typeface="Calibri"/>
                <a:ea typeface="Calibri"/>
              </a:rPr>
              <a:t>02  /  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5F5F5"/>
                </a:solidFill>
                <a:latin typeface="Calibri"/>
                <a:ea typeface="Calibri"/>
              </a:rPr>
              <a:t>One brain. Two surfaces. Act before the fake page loads.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532120" cy="214884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" cy="21488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26463"/>
            <a:ext cx="5212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64207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48255"/>
            <a:ext cx="5212080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Paste a URL, message, email, WhatsApp/SMS text, screenshot, or QR.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Get Simple View (do not enter OTP) and Technical View (evidence).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40680" cy="214884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64008" cy="21488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26463"/>
            <a:ext cx="5120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MAIN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664207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Chrome extension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048255"/>
            <a:ext cx="5120640" cy="1261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Holds the tab. Scores the URL first.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LOW opens. MEDIUM asks. HIGH and CRITICAL stay closed.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11880"/>
            <a:ext cx="3657600" cy="224028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11880"/>
            <a:ext cx="64008" cy="22402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75818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99592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Normalize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379976"/>
            <a:ext cx="3337560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Add https, drop tricks in www and query strings, unwrap short links after an SSRF guard.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611880"/>
            <a:ext cx="3657600" cy="224028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611880"/>
            <a:ext cx="64008" cy="22402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375818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99592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Analyze + fuse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379976"/>
            <a:ext cx="3337560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Feeds, lookalikes, age, TLS, psychology. Confirmed intel cannot be talked down.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3611880"/>
            <a:ext cx="3566160" cy="224028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611880"/>
            <a:ext cx="64008" cy="22402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3758184"/>
            <a:ext cx="32461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995928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Explain + 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4379976"/>
            <a:ext cx="3246120" cy="13533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Plain-English advice. Store in SQLite. Gate the browser.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03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0600"/>
                </a:solidFill>
                <a:latin typeface="Calibri"/>
                <a:ea typeface="Calibri"/>
              </a:rPr>
              <a:t>03  /  PRODUCT  ·  LANDING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5F5F5"/>
                </a:solidFill>
                <a:latin typeface="Calibri"/>
                <a:ea typeface="Calibri"/>
              </a:rPr>
              <a:t>Working UI. Not a mockup.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68680"/>
            <a:ext cx="11384280" cy="553212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76595"/>
            <a:ext cx="11201400" cy="53162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04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0600"/>
                </a:solidFill>
                <a:latin typeface="Calibri"/>
                <a:ea typeface="Calibri"/>
              </a:rPr>
              <a:t>04  /  SECURITY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Signed-in operator console. FastAPI + SQLite behind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669280" cy="544068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68319"/>
            <a:ext cx="5486400" cy="26414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72200" y="868680"/>
            <a:ext cx="5577840" cy="544068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98233"/>
            <a:ext cx="5394960" cy="2581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05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0600"/>
                </a:solidFill>
                <a:latin typeface="Calibri"/>
                <a:ea typeface="Calibri"/>
              </a:rPr>
              <a:t>05  /  WHAT YOU CAN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5F5F5"/>
                </a:solidFill>
                <a:latin typeface="Calibri"/>
                <a:ea typeface="Calibri"/>
              </a:rPr>
              <a:t>Phishing does not arrive as a clean URL. Neither does our input.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365760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8930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52704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337560" cy="1399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Single address through check-url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65760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28930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52704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911095"/>
            <a:ext cx="3337560" cy="1399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Pasted scam text, links extracted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143000"/>
            <a:ext cx="365760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14300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28930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52704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1911095"/>
            <a:ext cx="3337560" cy="1399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Visible links, no inbox OAuth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11880"/>
            <a:ext cx="365760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1188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75818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99592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WhatsApp / SMS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4379976"/>
            <a:ext cx="3337560" cy="1399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Paste the text. We do not read the phone.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611880"/>
            <a:ext cx="365760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61188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75818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399592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Screenshot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4379976"/>
            <a:ext cx="3337560" cy="1399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Image of a page or poster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3611880"/>
            <a:ext cx="365760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80" y="361188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375818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399592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QR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379976"/>
            <a:ext cx="3337560" cy="1399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OpenCV reads the code. We do not visit the destination.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06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0600"/>
                </a:solidFill>
                <a:latin typeface="Calibri"/>
                <a:ea typeface="Calibri"/>
              </a:rPr>
              <a:t>06  /  REAL CHECKS, STORED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History is SQLite. Community labels are a signal, not proof.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806440" cy="544068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8047"/>
            <a:ext cx="5623560" cy="27019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09360" y="868680"/>
            <a:ext cx="5440680" cy="544068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51588"/>
            <a:ext cx="5257800" cy="24748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07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0600"/>
                </a:solidFill>
                <a:latin typeface="Calibri"/>
                <a:ea typeface="Calibri"/>
              </a:rPr>
              <a:t>07  /  LIVE CONSOLE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From this prototype’s SQLite — not a published accuracy paper.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5669280" cy="544068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stat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95108"/>
            <a:ext cx="5486400" cy="25878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72200" y="868680"/>
            <a:ext cx="5577840" cy="544068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16673"/>
            <a:ext cx="5394960" cy="25446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08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0600"/>
                </a:solidFill>
                <a:latin typeface="Calibri"/>
                <a:ea typeface="Calibri"/>
              </a:rPr>
              <a:t>08  /  THE MAIN PRODUCT  · 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Scan before the other site opens. Same engine as the dashboard.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75720" cy="544068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ext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015" y="960120"/>
            <a:ext cx="9509208" cy="5257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09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0600"/>
                </a:solidFill>
                <a:latin typeface="Calibri"/>
                <a:ea typeface="Calibri"/>
              </a:rPr>
              <a:t>09  /  NOVELTY  ·  WHAT IS ACTUALLY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5F5F5"/>
                </a:solidFill>
                <a:latin typeface="Calibri"/>
                <a:ea typeface="Calibri"/>
              </a:rPr>
              <a:t>Not ‘the first phishing detector’. The combination is the product.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3657600" cy="233172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64008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4358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48132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Scan-first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65376"/>
            <a:ext cx="3337560" cy="144475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The tab waits. LOW auto-opens. HIGH/CRITICAL never load the kit.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097280"/>
            <a:ext cx="3657600" cy="233172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097280"/>
            <a:ext cx="64008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24358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48132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Intel floors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865376"/>
            <a:ext cx="3337560" cy="144475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A confirmed OpenPhish / GSB hit cannot be vetoed by pretty heuristics. A miss is not SAFE.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097280"/>
            <a:ext cx="3657600" cy="233172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097280"/>
            <a:ext cx="64008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24358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48132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One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1865376"/>
            <a:ext cx="3337560" cy="144475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Dashboard and extension call the same FastAPI routes. No second fake scorer.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11880"/>
            <a:ext cx="3657600" cy="233172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11880"/>
            <a:ext cx="64008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75818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99592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India language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4379976"/>
            <a:ext cx="3337560" cy="144475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Hinglish urgency, UPI/OTP/KYC phrasing, SBI and bank lookalikes.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611880"/>
            <a:ext cx="3657600" cy="233172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611880"/>
            <a:ext cx="64008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75818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399592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Explainable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4379976"/>
            <a:ext cx="3337560" cy="144475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Simple View for the user. Technical View for the jury. No black-box 99%.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3611880"/>
            <a:ext cx="3657600" cy="233172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80" y="3611880"/>
            <a:ext cx="64008" cy="23317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3758184"/>
            <a:ext cx="33375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3995928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Honest privacy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379976"/>
            <a:ext cx="3337560" cy="144475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URL in, advice out. No passwords, no OTP, no SMS inbox, no Gmail OAuth.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0600"/>
                </a:solidFill>
                <a:latin typeface="Calibri"/>
                <a:ea typeface="Calibri"/>
              </a:rPr>
              <a:t>10  /  HOW IT ACTUALLY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5F5F5"/>
                </a:solidFill>
                <a:latin typeface="Calibri"/>
                <a:ea typeface="Calibri"/>
              </a:rPr>
              <a:t>Input → normalize → intel + heuristics → fuse → explain → 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78892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243584"/>
            <a:ext cx="24688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627631"/>
            <a:ext cx="2468879" cy="16367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React 19, Vite, Tailwind, Axios, Recharts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097280"/>
            <a:ext cx="278892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09728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243584"/>
            <a:ext cx="24688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627631"/>
            <a:ext cx="2468879" cy="16367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FastAPI + Uvicorn. Not Flask.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278892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09728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1243584"/>
            <a:ext cx="24688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1627631"/>
            <a:ext cx="2468879" cy="16367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SQLite threats.db. Not live Postgres.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097280"/>
            <a:ext cx="278892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09728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1243584"/>
            <a:ext cx="24688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1627631"/>
            <a:ext cx="2468879" cy="16367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bcrypt + JWT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566160"/>
            <a:ext cx="278892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56616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712464"/>
            <a:ext cx="24688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Detect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096512"/>
            <a:ext cx="2468879" cy="16367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Heuristics + public feeds + weighted fusion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3566160"/>
            <a:ext cx="278892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356616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38728" y="3712464"/>
            <a:ext cx="24688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QR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4096512"/>
            <a:ext cx="2468879" cy="16367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OpenCV headless. Does not visit the URL.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566160"/>
            <a:ext cx="278892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56616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3712464"/>
            <a:ext cx="24688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Intel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4096512"/>
            <a:ext cx="2468879" cy="16367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OpenPhish, URLhaus, PhishTank, Phishing Army, optional GSB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3566160"/>
            <a:ext cx="2788920" cy="228600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20" y="3566160"/>
            <a:ext cx="64008" cy="2286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90888" y="3712464"/>
            <a:ext cx="24688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Levels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4096512"/>
            <a:ext cx="2468879" cy="163677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LOW 0–29 · MED 30–49 · HIGH 50–69 · CRIT 70–100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0600"/>
                </a:solidFill>
                <a:latin typeface="Calibri"/>
                <a:ea typeface="Calibri"/>
              </a:rPr>
              <a:t>11  /  DEMO  ·  HONEST LIMITS  · 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5F5"/>
                </a:solidFill>
                <a:latin typeface="Calibri"/>
                <a:ea typeface="Calibri"/>
              </a:rPr>
              <a:t>We will show it. Then we will tell you what it is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577840" cy="306324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64008" cy="30632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89304"/>
            <a:ext cx="5257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527048"/>
            <a:ext cx="5257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Live demo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257800" cy="21762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1. Wake API: phisheye-api.onrender.com/health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2. Dashboard: scan google.com → LOW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3. Extension: github.com → gate, then open if LOW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4. Lookalike stays closed. Do not open a live kit.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Web  phisheye-web-fhn5.onrender.com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Ext  /extension   API  /docs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5440680" cy="306324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64008" cy="30632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289304"/>
            <a:ext cx="51206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HONESTY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527048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We do not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911095"/>
            <a:ext cx="5120640" cy="21762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Flask  ·  live PostgreSQL  ·  trained CNN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99% accuracy or published F1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Reading WhatsApp, SMS, or Gmail inboxes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Chrome Web Store listing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Blockchain (theme includes it; we did not build it)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Padlock = genuine bank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43400"/>
            <a:ext cx="11201400" cy="1554480"/>
          </a:xfrm>
          <a:prstGeom prst="rect">
            <a:avLst/>
          </a:prstGeom>
          <a:solidFill>
            <a:srgbClr val="12121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343400"/>
            <a:ext cx="64008" cy="15544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489704"/>
            <a:ext cx="108813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E10600"/>
                </a:solidFill>
                <a:latin typeface="Calibri"/>
                <a:ea typeface="Calibri"/>
              </a:rPr>
              <a:t>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727448"/>
            <a:ext cx="10881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Calibri"/>
                <a:ea typeface="Calibri"/>
              </a:rPr>
              <a:t>What we want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5111496"/>
            <a:ext cx="10881360" cy="667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Calibri"/>
                <a:ea typeface="Calibri"/>
              </a:rPr>
              <a:t>A labelled report set → then a supervised model. Persistent DB. Optional enterprise feed keys. The gate stays.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PHISHEYE  ·  Lenovo LEAP  ·  Scan before you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3796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9A9A"/>
                </a:solidFill>
                <a:latin typeface="Calibri"/>
                <a:ea typeface="Calibri"/>
              </a:rPr>
              <a:t>12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