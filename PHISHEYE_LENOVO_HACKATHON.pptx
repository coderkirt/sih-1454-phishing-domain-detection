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product name once. Dashboard + extension, same engine. Do not invent team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OTP story slowly. HTTPS is cheap. Point at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VirusTotal is after-click research. We gate navigation and explain in plain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implemented channels. No inbox OAuth. QR does not fetch the phishing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URL scans: decision_engine. Content scans: fuse(). SQLAlchemy models are unused. Live DB is sqlite3.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ask for CNN accuracy: there is none. Phase 2 after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example. Then the cap. Then Hinglish. Do not invent a psych score for this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github.com LOW. Lookalike stays closed. Do not open a live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the weights from the slide — they are in risk_engine.py. Confidence is not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say AI, point at fusion + intel. If they say database, say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real screens. Do not quote 87.8% as accuracy. It is a dashboard ratio on that SQLite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FUTURE out loud. Close on the last line. No hardware. No blockchain.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10600"/>
                </a:solidFill>
                <a:latin typeface="Consolas"/>
                <a:ea typeface="Consolas"/>
                <a:cs typeface="Consolas"/>
              </a:rPr>
              <a:t>LENOVO HACKATHON  ·  SOFTWARE  · 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600" b="1">
                <a:solidFill>
                  <a:srgbClr val="F4F4F5"/>
                </a:solidFill>
                <a:latin typeface="Segoe UI"/>
                <a:ea typeface="Segoe UI"/>
                <a:cs typeface="Segoe UI"/>
              </a:rPr>
              <a:t>PHISHEYE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Scan the link before the fake page 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Explainable phishing and lookalike-domain detection.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One FastAPI engine. A React console. A Chrome scan-before-open gate.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754880"/>
            <a:ext cx="1645920" cy="64008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983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Working software prototype  ·  No hardware  ·  No trained CNN  ·  SQLite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PHISHEYE  ·  LENOVO HACKATHON  · 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6539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10600"/>
                </a:solidFill>
                <a:latin typeface="Consolas"/>
                <a:ea typeface="Consolas"/>
                <a:cs typeface="Consolas"/>
              </a:rPr>
              <a:t>01  /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4F4F5"/>
                </a:solidFill>
                <a:latin typeface="Segoe UI"/>
                <a:ea typeface="Segoe UI"/>
                <a:cs typeface="Segoe UI"/>
              </a:rPr>
              <a:t>A padlock does not mean it is your bank.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965960" cy="14173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4864" cy="14173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307592"/>
            <a:ext cx="17647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ATTACKER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618488"/>
            <a:ext cx="176479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Fake KYC / OTP lure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0592" y="1783080"/>
            <a:ext cx="256032" cy="201168"/>
          </a:xfrm>
          <a:prstGeom prst="rightArrow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234440"/>
            <a:ext cx="1965960" cy="14173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234440"/>
            <a:ext cx="54864" cy="14173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936" y="1307592"/>
            <a:ext cx="17647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6936" y="1618488"/>
            <a:ext cx="176479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Fear, urgency, brand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82312" y="1783080"/>
            <a:ext cx="256032" cy="201168"/>
          </a:xfrm>
          <a:prstGeom prst="rightArrow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234440"/>
            <a:ext cx="1965960" cy="14173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234440"/>
            <a:ext cx="54864" cy="14173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8655" y="1307592"/>
            <a:ext cx="17647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FAKE 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5" y="1618488"/>
            <a:ext cx="176479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HTTPS lookalike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14031" y="1783080"/>
            <a:ext cx="256032" cy="201168"/>
          </a:xfrm>
          <a:prstGeom prst="rightArrow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59" y="1234440"/>
            <a:ext cx="1965960" cy="14173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59" y="1234440"/>
            <a:ext cx="54864" cy="14173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0375" y="1307592"/>
            <a:ext cx="17647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VICTIM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5" y="1618488"/>
            <a:ext cx="176479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Enters OTP / UPI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445751" y="1783080"/>
            <a:ext cx="256032" cy="201168"/>
          </a:xfrm>
          <a:prstGeom prst="rightArrow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1234440"/>
            <a:ext cx="1965960" cy="1417320"/>
          </a:xfrm>
          <a:prstGeom prst="rect">
            <a:avLst/>
          </a:prstGeom>
          <a:solidFill>
            <a:srgbClr val="E10600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1234440"/>
            <a:ext cx="54864" cy="141732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12096" y="1307592"/>
            <a:ext cx="17647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6" y="1618488"/>
            <a:ext cx="176479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FE4E4"/>
                </a:solidFill>
                <a:latin typeface="Calibri"/>
                <a:ea typeface="Calibri"/>
                <a:cs typeface="Calibri"/>
              </a:rPr>
              <a:t>Account or money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71800"/>
            <a:ext cx="5486400" cy="288036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971800"/>
            <a:ext cx="54864" cy="288036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3044952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What the victim sees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3355848"/>
            <a:ext cx="5285232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SMS or WhatsApp: “Your SBI account will be blocked. Complete KYC in 10 minutes. Share OTP.”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The page looks official. HTTPS is present. The warning in the browser is technical. The money still leaves.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971800"/>
            <a:ext cx="5577840" cy="288036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2971800"/>
            <a:ext cx="54864" cy="288036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4496" y="3044952"/>
            <a:ext cx="5376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Who we designed for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54496" y="3355848"/>
            <a:ext cx="5376672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First-time UPI users and people who will not parse an SSL mismatch.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Simple View is written in OTP language, not certificate jargon.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PHISHEYE  ·  LENOVO HACKATHON  ·  SOFTWARE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656539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10600"/>
                </a:solidFill>
                <a:latin typeface="Consolas"/>
                <a:ea typeface="Consolas"/>
                <a:cs typeface="Consolas"/>
              </a:rPr>
              <a:t>02  /  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4F4F5"/>
                </a:solidFill>
                <a:latin typeface="Segoe UI"/>
                <a:ea typeface="Segoe UI"/>
                <a:cs typeface="Segoe UI"/>
              </a:rPr>
              <a:t>Feeds are late. Certificates are not brands. Panic is a signal.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3657600" cy="23317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4864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124712"/>
            <a:ext cx="34564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Technical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435607"/>
            <a:ext cx="3456432" cy="1856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Lookalike host, new domain, TLS facts, SSRF-safe unwrap. Absence of a feed is not a clean bill of health.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51560"/>
            <a:ext cx="3657600" cy="23317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051560"/>
            <a:ext cx="54864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1124712"/>
            <a:ext cx="34564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Social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435607"/>
            <a:ext cx="3456432" cy="1856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Urgency, fear, OTP pressure — English + Hinglish phrase rules, not a language model.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051560"/>
            <a:ext cx="3657600" cy="23317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051560"/>
            <a:ext cx="54864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124712"/>
            <a:ext cx="34564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Threat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1435607"/>
            <a:ext cx="3456432" cy="1856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A confirmed hit floors the score. Heuristics cannot talk it down. A miss is not SAFE.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3657600" cy="23317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54864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3639312"/>
            <a:ext cx="34564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Explainable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3950208"/>
            <a:ext cx="3456432" cy="1856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Simple View for humans who will not read a certificate. Technical View for operators.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566160"/>
            <a:ext cx="3657600" cy="23317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566160"/>
            <a:ext cx="54864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5696" y="3639312"/>
            <a:ext cx="34564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In-browser 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3950208"/>
            <a:ext cx="3456432" cy="1856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Scan first. LOW opens. MEDIUM asks. HIGH / CRITICAL stay closed.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566160"/>
            <a:ext cx="3657600" cy="23317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566160"/>
            <a:ext cx="54864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6" y="3639312"/>
            <a:ext cx="34564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Honesty bound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3950208"/>
            <a:ext cx="3456432" cy="1856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No competitor ranking. No published F1. No trained CNN in this repository.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PHISHEYE  ·  LENOVO HACKATHON  ·  SOFTWARE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56539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10600"/>
                </a:solidFill>
                <a:latin typeface="Consolas"/>
                <a:ea typeface="Consolas"/>
                <a:cs typeface="Consolas"/>
              </a:rPr>
              <a:t>03  / 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4F4F5"/>
                </a:solidFill>
                <a:latin typeface="Segoe UI"/>
                <a:ea typeface="Segoe UI"/>
                <a:cs typeface="Segoe UI"/>
              </a:rPr>
              <a:t>PHISHEYE scores the lure. Then it tells the user what to 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2011680" cy="132588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51560"/>
            <a:ext cx="54864" cy="132588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1124712"/>
            <a:ext cx="1810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1435607"/>
            <a:ext cx="181051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URL · paste · QR · screenshot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0592" y="1554480"/>
            <a:ext cx="256032" cy="201168"/>
          </a:xfrm>
          <a:prstGeom prst="rightArrow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52344" y="1051560"/>
            <a:ext cx="2011680" cy="132588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52344" y="1051560"/>
            <a:ext cx="54864" cy="132588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124712"/>
            <a:ext cx="1810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1435607"/>
            <a:ext cx="181051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Normalize + signals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91456" y="1554480"/>
            <a:ext cx="256032" cy="201168"/>
          </a:xfrm>
          <a:prstGeom prst="rightArrow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93208" y="1051560"/>
            <a:ext cx="2011680" cy="132588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051560"/>
            <a:ext cx="54864" cy="132588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1224" y="1124712"/>
            <a:ext cx="1810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FUSE / FLOOR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1435607"/>
            <a:ext cx="181051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Weights or intel floors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32320" y="1554480"/>
            <a:ext cx="256032" cy="201168"/>
          </a:xfrm>
          <a:prstGeom prst="rightArrow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34072" y="1051560"/>
            <a:ext cx="2011680" cy="132588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34072" y="1051560"/>
            <a:ext cx="54864" cy="132588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1124712"/>
            <a:ext cx="1810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1435607"/>
            <a:ext cx="181051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LOW → CRITICAL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473184" y="1554480"/>
            <a:ext cx="256032" cy="201168"/>
          </a:xfrm>
          <a:prstGeom prst="rightArrow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74936" y="1051560"/>
            <a:ext cx="2011680" cy="1325880"/>
          </a:xfrm>
          <a:prstGeom prst="rect">
            <a:avLst/>
          </a:prstGeom>
          <a:solidFill>
            <a:srgbClr val="E10600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74936" y="1051560"/>
            <a:ext cx="54864" cy="132588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2" y="1124712"/>
            <a:ext cx="1810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1435607"/>
            <a:ext cx="181051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FE4E4"/>
                </a:solidFill>
                <a:latin typeface="Calibri"/>
                <a:ea typeface="Calibri"/>
                <a:cs typeface="Calibri"/>
              </a:rPr>
              <a:t>Explain · store · gate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651760"/>
            <a:ext cx="3657600" cy="32004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651760"/>
            <a:ext cx="54864" cy="32004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2724912"/>
            <a:ext cx="34564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Protects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3035808"/>
            <a:ext cx="3456432" cy="272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People who will click a KYC SMS.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Operators on the React console.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Anyone using the Chrome gate.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2651760"/>
            <a:ext cx="3657600" cy="32004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2651760"/>
            <a:ext cx="54864" cy="32004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25696" y="2724912"/>
            <a:ext cx="34564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Analyzes (implemented)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5696" y="3035808"/>
            <a:ext cx="3456432" cy="272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Direct URLs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Pasted SMS / WhatsApp / email text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QR images (OpenCV, no visit)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Screenshots (QR; OCR if Tesseract exists)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Visible page links via extension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2651760"/>
            <a:ext cx="3566160" cy="32004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2651760"/>
            <a:ext cx="54864" cy="32004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66176" y="2724912"/>
            <a:ext cx="336499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Produces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6" y="3035808"/>
            <a:ext cx="3364991" cy="272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Risk 0–100 and a level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Simple View warning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Technical evidence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SQLite history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Extension allow / hold / block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PHISHEYE  ·  LENOVO HACKATHON  ·  SOFTWARE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656539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10600"/>
                </a:solidFill>
                <a:latin typeface="Consolas"/>
                <a:ea typeface="Consolas"/>
                <a:cs typeface="Consolas"/>
              </a:rPr>
              <a:t>04  /  ARCHITECTURE  ·  FROM THE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4F4F5"/>
                </a:solidFill>
                <a:latin typeface="Segoe UI"/>
                <a:ea typeface="Segoe UI"/>
                <a:cs typeface="Segoe UI"/>
              </a:rPr>
              <a:t>Clients → FastAPI → analyzers → decide → SQLite → explain.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2011680" cy="960120"/>
          </a:xfrm>
          <a:prstGeom prst="rect">
            <a:avLst/>
          </a:prstGeom>
          <a:solidFill>
            <a:srgbClr val="E10600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54864" cy="96012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033272"/>
            <a:ext cx="1810512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960120"/>
            <a:ext cx="4572000" cy="9601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40" y="960120"/>
            <a:ext cx="54864" cy="9601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4056" y="1033272"/>
            <a:ext cx="4370832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Paste a URL or message, or navigate in Chrome.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960120"/>
            <a:ext cx="4389120" cy="9601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960120"/>
            <a:ext cx="54864" cy="9601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3216" y="1033272"/>
            <a:ext cx="4187952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Two clients, one brain.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84248"/>
            <a:ext cx="2011680" cy="960120"/>
          </a:xfrm>
          <a:prstGeom prst="rect">
            <a:avLst/>
          </a:prstGeom>
          <a:solidFill>
            <a:srgbClr val="E10600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984248"/>
            <a:ext cx="54864" cy="96012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2057400"/>
            <a:ext cx="1810512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1984248"/>
            <a:ext cx="4572000" cy="9601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06040" y="1984248"/>
            <a:ext cx="54864" cy="9601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34056" y="2057400"/>
            <a:ext cx="4370832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FastAPI + Uvicorn on port 8000. Not Flask.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984248"/>
            <a:ext cx="4389120" cy="9601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1984248"/>
            <a:ext cx="54864" cy="9601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6" y="2057400"/>
            <a:ext cx="4187952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JWT on mutating routes. GET /health.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08376"/>
            <a:ext cx="2011680" cy="960120"/>
          </a:xfrm>
          <a:prstGeom prst="rect">
            <a:avLst/>
          </a:prstGeom>
          <a:solidFill>
            <a:srgbClr val="E10600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008376"/>
            <a:ext cx="54864" cy="96012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3081528"/>
            <a:ext cx="1810512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SERVICES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3008376"/>
            <a:ext cx="4572000" cy="9601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06040" y="3008376"/>
            <a:ext cx="54864" cy="9601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34056" y="3081528"/>
            <a:ext cx="4370832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URL, brand, TLS, SSRF unwrap, QR (no visit).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3008376"/>
            <a:ext cx="4389120" cy="9601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0" y="3008376"/>
            <a:ext cx="54864" cy="9601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43216" y="3081528"/>
            <a:ext cx="4187952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Intel feeds + psychology rules.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032504"/>
            <a:ext cx="2011680" cy="960120"/>
          </a:xfrm>
          <a:prstGeom prst="rect">
            <a:avLst/>
          </a:prstGeom>
          <a:solidFill>
            <a:srgbClr val="E10600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032504"/>
            <a:ext cx="54864" cy="96012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" y="4105656"/>
            <a:ext cx="1810512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DECIDE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4032504"/>
            <a:ext cx="4572000" cy="9601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06040" y="4032504"/>
            <a:ext cx="54864" cy="9601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34056" y="4105656"/>
            <a:ext cx="4370832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URL path: intel floors cannot be averaged away.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4032504"/>
            <a:ext cx="4389120" cy="9601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0" y="4032504"/>
            <a:ext cx="54864" cy="9601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3216" y="4105656"/>
            <a:ext cx="4187952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Content path: documented fusion weights.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056632"/>
            <a:ext cx="2011680" cy="960120"/>
          </a:xfrm>
          <a:prstGeom prst="rect">
            <a:avLst/>
          </a:prstGeom>
          <a:solidFill>
            <a:srgbClr val="E10600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056632"/>
            <a:ext cx="54864" cy="96012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6" y="5129784"/>
            <a:ext cx="1810512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STORE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06040" y="5056632"/>
            <a:ext cx="4572000" cy="9601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06040" y="5056632"/>
            <a:ext cx="54864" cy="9601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34056" y="5129784"/>
            <a:ext cx="4370832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Live database is sqlite3 threats.db.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5056632"/>
            <a:ext cx="4389120" cy="9601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00" y="5056632"/>
            <a:ext cx="54864" cy="9601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3216" y="5129784"/>
            <a:ext cx="4187952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Simple View + Technical View out.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PHISHEYE  ·  LENOVO HACKATHON  ·  SOFTWARE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656539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10600"/>
                </a:solidFill>
                <a:latin typeface="Consolas"/>
                <a:ea typeface="Consolas"/>
                <a:cs typeface="Consolas"/>
              </a:rPr>
              <a:t>05  /  INTELLIGENCE  ·  WHAT “AI/ML” MEANS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4F4F5"/>
                </a:solidFill>
                <a:latin typeface="Segoe UI"/>
                <a:ea typeface="Segoe UI"/>
                <a:cs typeface="Segoe UI"/>
              </a:rPr>
              <a:t>Explainable scoring. No trained model file in this repository.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2103120" cy="13716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4864" cy="13716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078992"/>
            <a:ext cx="19019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RAW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389888"/>
            <a:ext cx="1901951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URL or pasted text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96312" y="1554480"/>
            <a:ext cx="256032" cy="201168"/>
          </a:xfrm>
          <a:prstGeom prst="rightArrow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24912" y="1005840"/>
            <a:ext cx="2103120" cy="13716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1005840"/>
            <a:ext cx="54864" cy="13716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8" y="1078992"/>
            <a:ext cx="19019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PREPROCESS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1389888"/>
            <a:ext cx="1901951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Normalize · SSRF unwrap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55464" y="1554480"/>
            <a:ext cx="256032" cy="201168"/>
          </a:xfrm>
          <a:prstGeom prst="rightArrow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4064" y="1005840"/>
            <a:ext cx="2103120" cy="13716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1005840"/>
            <a:ext cx="54864" cy="13716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078992"/>
            <a:ext cx="19019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389888"/>
            <a:ext cx="1901951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TLD · lookalike · age · keywords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14616" y="1554480"/>
            <a:ext cx="256032" cy="201168"/>
          </a:xfrm>
          <a:prstGeom prst="rightArrow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43216" y="1005840"/>
            <a:ext cx="2103120" cy="13716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43216" y="1005840"/>
            <a:ext cx="54864" cy="13716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2" y="1078992"/>
            <a:ext cx="19019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2" y="1389888"/>
            <a:ext cx="1901951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Intel · psych · brand · community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73768" y="1554480"/>
            <a:ext cx="256032" cy="201168"/>
          </a:xfrm>
          <a:prstGeom prst="rightArrow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02368" y="1005840"/>
            <a:ext cx="2103120" cy="1371600"/>
          </a:xfrm>
          <a:prstGeom prst="rect">
            <a:avLst/>
          </a:prstGeom>
          <a:solidFill>
            <a:srgbClr val="E10600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02368" y="1005840"/>
            <a:ext cx="54864" cy="137160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0384" y="1078992"/>
            <a:ext cx="19019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0384" y="1389888"/>
            <a:ext cx="1901951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FE4E4"/>
                </a:solidFill>
                <a:latin typeface="Calibri"/>
                <a:ea typeface="Calibri"/>
                <a:cs typeface="Calibri"/>
              </a:rPr>
              <a:t>Floors + weighted fuse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651760"/>
            <a:ext cx="5532120" cy="32004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651760"/>
            <a:ext cx="54864" cy="32004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2724912"/>
            <a:ext cx="53309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What exists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3035808"/>
            <a:ext cx="5330952" cy="272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Heuristic URL features (TLD, lookalike, age, keywords)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Phrase matching for panic / OTP language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Documented fusion weights — starting defaults, not proven-optimal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Fusion key “ml” copies the URL score so a low ML number cannot prove safety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NumPy reshapes images for OpenCV — not neural nets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2651760"/>
            <a:ext cx="5532120" cy="32004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2651760"/>
            <a:ext cx="54864" cy="32004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0216" y="2724912"/>
            <a:ext cx="53309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What does not exist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3035808"/>
            <a:ext cx="5330952" cy="272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No sklearn / TensorFlow / CNN / BERT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No labelled production dataset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No published accuracy, precision, recall, or F1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model_confidence = how many signals ≥ 20 — not accuracy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Supervised model = FUTURE after curated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PHISHEYE  ·  LENOVO HACKATHON  ·  SOFTWARE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656539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10600"/>
                </a:solidFill>
                <a:latin typeface="Consolas"/>
                <a:ea typeface="Consolas"/>
                <a:cs typeface="Consolas"/>
              </a:rPr>
              <a:t>06  /  PSYCHOLOGICAL THREAT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4F4F5"/>
                </a:solidFill>
                <a:latin typeface="Segoe UI"/>
                <a:ea typeface="Segoe UI"/>
                <a:cs typeface="Segoe UI"/>
              </a:rPr>
              <a:t>Rules that read panic. Not a neural language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577840" cy="214884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4864" cy="21488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078992"/>
            <a:ext cx="5376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Example (implemented patterns)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389888"/>
            <a:ext cx="5376672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“Your account will be blocked. Verify immediately.”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Hits: fear_tactics · urgency_detected · credential_pressure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English + Hinglish: abhi click, band ho jayega, enter otp, complete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486400" cy="214884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" cy="21488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078992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Guardrail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89888"/>
            <a:ext cx="5285232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Psychology cannot take a site to HIGH/CRITICAL alone.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If no strong URL / domain / intel / brand / community signal, fuse caps the score at 35 (MEDIUM).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2194560" cy="123444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54864" cy="12344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410712"/>
            <a:ext cx="199339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Urgency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3721608"/>
            <a:ext cx="1993391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act now · jaldi karo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3337560"/>
            <a:ext cx="2194560" cy="123444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61488" y="3337560"/>
            <a:ext cx="54864" cy="12344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9504" y="3410712"/>
            <a:ext cx="199339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Fear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9504" y="3721608"/>
            <a:ext cx="1993391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account blocked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65776" y="3337560"/>
            <a:ext cx="2194560" cy="123444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65776" y="3337560"/>
            <a:ext cx="54864" cy="12344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3792" y="3410712"/>
            <a:ext cx="199339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Impersonation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3792" y="3721608"/>
            <a:ext cx="1993391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RBI · cyber cell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70064" y="3337560"/>
            <a:ext cx="2194560" cy="123444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70064" y="3337560"/>
            <a:ext cx="54864" cy="12344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3410712"/>
            <a:ext cx="199339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Coercion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721608"/>
            <a:ext cx="1993391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mandatory KYC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74352" y="3337560"/>
            <a:ext cx="2194560" cy="123444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74352" y="3337560"/>
            <a:ext cx="54864" cy="12344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02368" y="3410712"/>
            <a:ext cx="199339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Money pressure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3721608"/>
            <a:ext cx="1993391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pay immediately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709160"/>
            <a:ext cx="2194560" cy="123444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709160"/>
            <a:ext cx="54864" cy="12344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" y="4782312"/>
            <a:ext cx="199339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OTP / PIN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" y="5093208"/>
            <a:ext cx="1993391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enter otp · share otp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61488" y="4709160"/>
            <a:ext cx="2194560" cy="123444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61488" y="4709160"/>
            <a:ext cx="54864" cy="12344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9504" y="4782312"/>
            <a:ext cx="199339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Countdown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9504" y="5093208"/>
            <a:ext cx="1993391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within 10 minutes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65776" y="4709160"/>
            <a:ext cx="2194560" cy="123444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65776" y="4709160"/>
            <a:ext cx="54864" cy="12344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93792" y="4782312"/>
            <a:ext cx="199339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Reward bait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93792" y="5093208"/>
            <a:ext cx="1993391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you have won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70064" y="4709160"/>
            <a:ext cx="2194560" cy="123444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70064" y="4709160"/>
            <a:ext cx="54864" cy="12344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0" y="4782312"/>
            <a:ext cx="199339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Secrecy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0" y="5093208"/>
            <a:ext cx="1993391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do not tell anyone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74352" y="4709160"/>
            <a:ext cx="2194560" cy="123444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74352" y="4709160"/>
            <a:ext cx="54864" cy="12344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02368" y="4782312"/>
            <a:ext cx="199339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Emotional ask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02368" y="5093208"/>
            <a:ext cx="1993391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help me urgently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PHISHEYE  ·  LENOVO HACKATHON  ·  SOFTWARE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656539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10600"/>
                </a:solidFill>
                <a:latin typeface="Consolas"/>
                <a:ea typeface="Consolas"/>
                <a:cs typeface="Consolas"/>
              </a:rPr>
              <a:t>07  /  CHANNELS  ·  BROWSER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4F4F5"/>
                </a:solidFill>
                <a:latin typeface="Segoe UI"/>
                <a:ea typeface="Segoe UI"/>
                <a:cs typeface="Segoe UI"/>
              </a:rPr>
              <a:t>Scan first. Then maybe open.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3977639" cy="9144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868680"/>
            <a:ext cx="54864" cy="9144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941832"/>
            <a:ext cx="3776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252728"/>
            <a:ext cx="37764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check-url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3977639" cy="9144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74519"/>
            <a:ext cx="54864" cy="9144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947672"/>
            <a:ext cx="3776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Pasted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2258568"/>
            <a:ext cx="37764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SMS / WA / email paste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3977639" cy="9144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80360"/>
            <a:ext cx="54864" cy="9144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2953512"/>
            <a:ext cx="3776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3264408"/>
            <a:ext cx="37764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OpenCV · no visit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3977639" cy="9144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886200"/>
            <a:ext cx="54864" cy="9144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3959352"/>
            <a:ext cx="3776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4270248"/>
            <a:ext cx="37764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QR + optional OCR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92040"/>
            <a:ext cx="3977639" cy="9144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892040"/>
            <a:ext cx="54864" cy="9144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4965192"/>
            <a:ext cx="3776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Extension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5276088"/>
            <a:ext cx="37764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Visible links + navigation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868680"/>
            <a:ext cx="3246120" cy="493776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7720" y="868680"/>
            <a:ext cx="54864" cy="493776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41832"/>
            <a:ext cx="30449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Extension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5736" y="1252728"/>
            <a:ext cx="3044951" cy="4462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User navigates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→ service worker holds tab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→ POST check-url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→ LOW: auto-open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→ MEDIUM: ask to continue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→ HIGH/CRITICAL: stay closed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MV3 1.8.0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Load unpacked — not Web Store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Does not read passwords or SMS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868680"/>
            <a:ext cx="3749039" cy="493776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13_extension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960120"/>
            <a:ext cx="3566160" cy="47548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PHISHEYE  ·  LENOVO HACKATHON  ·  SOFTWARE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56539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10600"/>
                </a:solidFill>
                <a:latin typeface="Consolas"/>
                <a:ea typeface="Consolas"/>
                <a:cs typeface="Consolas"/>
              </a:rPr>
              <a:t>08  /  RISK  · 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4F4F5"/>
                </a:solidFill>
                <a:latin typeface="Segoe UI"/>
                <a:ea typeface="Segoe UI"/>
                <a:cs typeface="Segoe UI"/>
              </a:rPr>
              <a:t>Two views. One score. Documented combination — not a secret formula.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5577840" cy="246888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54864" cy="246888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033272"/>
            <a:ext cx="5376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SIMPLE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344168"/>
            <a:ext cx="5376672" cy="1993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This website may be pretending to be a trusted service.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Do not enter your password, OTP, or card number.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Verdicts: NO MALICIOUS INDICATORS · BE CAREFUL · DANGER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60120"/>
            <a:ext cx="5486400" cy="246888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960120"/>
            <a:ext cx="54864" cy="246888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033272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TECHNICAL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44168"/>
            <a:ext cx="5285232" cy="1993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Domain / lookalike tags · TLS · RDAP age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Threat-intel provider + match type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Heuristic reasons · psych findings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model_confidence = signal agreement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5577840" cy="22860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11880"/>
            <a:ext cx="54864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685032"/>
            <a:ext cx="5376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URL decision (floors)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3995928"/>
            <a:ext cx="5376672" cy="1810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Confirmed intel: max(heuristic, floor)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exact URL 85 · normalized 80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hostname 72 · registered domain 55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Heuristics cannot veto a confirmed hit.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5486400" cy="22860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11880"/>
            <a:ext cx="54864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3685032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Content fusion (weights)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995928"/>
            <a:ext cx="5285232" cy="1810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url 0.22 · domain 0.16 · ml 0.10 · nlp 0.10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psych 0.10 · intel 0.10 · brand 0.08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redirect 0.04 · sender 0.05 · community 0.05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LOW 0–29 · MED 30–49 · HIGH 50–69 · CRIT 70–100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PHISHEYE  ·  LENOVO HACKATHON  ·  SOFTWARE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56539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10600"/>
                </a:solidFill>
                <a:latin typeface="Consolas"/>
                <a:ea typeface="Consolas"/>
                <a:cs typeface="Consolas"/>
              </a:rPr>
              <a:t>09  /  STACK  ·  ACTUALLY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4F4F5"/>
                </a:solidFill>
                <a:latin typeface="Segoe UI"/>
                <a:ea typeface="Segoe UI"/>
                <a:cs typeface="Segoe UI"/>
              </a:rPr>
              <a:t>Names plus one job. No logo wall. No Postgres.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2788920" cy="23317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05840"/>
            <a:ext cx="54864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1078992"/>
            <a:ext cx="25877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1389888"/>
            <a:ext cx="2587751" cy="1856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React 19 dashboard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Vite 8 + Tailwind 4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Axios to FastAPI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Recharts on Statistics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005840"/>
            <a:ext cx="2788920" cy="23317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005840"/>
            <a:ext cx="54864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1078992"/>
            <a:ext cx="25877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1389888"/>
            <a:ext cx="2587751" cy="1856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FastAPI + Uvicorn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Pydantic request models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bcrypt passwords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JWT on mutating routes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005840"/>
            <a:ext cx="2788920" cy="23317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005840"/>
            <a:ext cx="54864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1078992"/>
            <a:ext cx="25877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1389888"/>
            <a:ext cx="2587751" cy="1856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Live: sqlite3 threats.db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users · url_checks · scans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Postgres = FUTURE, not live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005840"/>
            <a:ext cx="2788920" cy="23317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005840"/>
            <a:ext cx="54864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7736" y="1078992"/>
            <a:ext cx="25877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1389888"/>
            <a:ext cx="2587751" cy="1856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Heuristics + fusion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Public threat feeds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Not a trained network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ml channel copies URL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566160"/>
            <a:ext cx="2788920" cy="23317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566160"/>
            <a:ext cx="54864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3639312"/>
            <a:ext cx="25877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3950208"/>
            <a:ext cx="2587751" cy="1856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SSRF before unwrap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Parameterized SQL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5 MB upload cap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Extension does not read passwords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3566160"/>
            <a:ext cx="2788920" cy="23317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37560" y="3566160"/>
            <a:ext cx="54864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65576" y="3639312"/>
            <a:ext cx="25877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EXTENSION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65576" y="3950208"/>
            <a:ext cx="2587751" cy="1856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Chrome MV3 1.8.0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Scan-before-open gate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Same check-url API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Load unpacked, not Web Store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566160"/>
            <a:ext cx="2788920" cy="23317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566160"/>
            <a:ext cx="54864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6" y="3639312"/>
            <a:ext cx="25877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3950208"/>
            <a:ext cx="2587751" cy="1856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OpenPhish · URLhaus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PhishTank · Phishing Army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Optional Google Safe Browsing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Miss ≠ SAFE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3566160"/>
            <a:ext cx="2788920" cy="233172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20" y="3566160"/>
            <a:ext cx="54864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17736" y="3639312"/>
            <a:ext cx="25877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7736" y="3950208"/>
            <a:ext cx="2587751" cy="1856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Render FastAPI service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Static React site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Extension zip on /extension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Free API sleeps ~15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PHISHEYE  ·  LENOVO HACKATHON  ·  SOFTWARE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656539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10600"/>
                </a:solidFill>
                <a:latin typeface="Consolas"/>
                <a:ea typeface="Consolas"/>
                <a:cs typeface="Consolas"/>
              </a:rPr>
              <a:t>10  /  WORKING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F4F5"/>
                </a:solidFill>
                <a:latin typeface="Segoe UI"/>
                <a:ea typeface="Segoe UI"/>
                <a:cs typeface="Segoe UI"/>
              </a:rPr>
              <a:t>Screenshots of the running UI. Dashboard counts are not an F1 score.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04672"/>
            <a:ext cx="5669280" cy="27432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landin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877824"/>
            <a:ext cx="5522976" cy="2596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72200" y="804672"/>
            <a:ext cx="5623560" cy="27432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scan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877824"/>
            <a:ext cx="5477256" cy="25968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3657600"/>
            <a:ext cx="5669280" cy="269748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7_history_cov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730752"/>
            <a:ext cx="5522976" cy="255117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72200" y="3657600"/>
            <a:ext cx="5623560" cy="269748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2_dashboard_cov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3730752"/>
            <a:ext cx="5477256" cy="25511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PHISHEYE  ·  LENOVO HACKATHON  · 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56539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10600"/>
                </a:solidFill>
                <a:latin typeface="Consolas"/>
                <a:ea typeface="Consolas"/>
                <a:cs typeface="Consolas"/>
              </a:rPr>
              <a:t>11  /  IMPACT  ·  NEXT  · 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4F4F5"/>
                </a:solidFill>
                <a:latin typeface="Segoe UI"/>
                <a:ea typeface="Segoe UI"/>
                <a:cs typeface="Segoe UI"/>
              </a:rPr>
              <a:t>Protect people who cannot read a certificate warning.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577840" cy="292608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4864" cy="292608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078992"/>
            <a:ext cx="5376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Impact now (implemented)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389888"/>
            <a:ext cx="5376672" cy="2450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Safer click path: scan before open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Plain-English OTP warnings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Multi-channel paste analysis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Community labels as a signal, not proof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486400" cy="292608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" cy="292608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078992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4F5"/>
                </a:solidFill>
                <a:latin typeface="Calibri"/>
                <a:ea typeface="Calibri"/>
                <a:cs typeface="Calibri"/>
              </a:rPr>
              <a:t>FUTURE / NEXT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89888"/>
            <a:ext cx="5285232" cy="2450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Curated reports → supervised model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PostgreSQL at scale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Android SMS companion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Official inbox APIs if granted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C9CA4"/>
                </a:solidFill>
                <a:latin typeface="Calibri"/>
                <a:ea typeface="Calibri"/>
                <a:cs typeface="Calibri"/>
              </a:rPr>
              <a:t>Not on this slide as current 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solidFill>
            <a:srgbClr val="141418"/>
          </a:solidFill>
          <a:ln w="9525">
            <a:solidFill>
              <a:srgbClr val="2C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73152" cy="18288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4F4F5"/>
                </a:solidFill>
                <a:latin typeface="Segoe UI"/>
                <a:ea typeface="Segoe UI"/>
                <a:cs typeface="Segoe UI"/>
              </a:rPr>
              <a:t>Phishing + social engineering + threat intelligence + explainable scoring + browser protection.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F4F4F5"/>
                </a:solidFill>
                <a:latin typeface="Segoe UI"/>
                <a:ea typeface="Segoe UI"/>
                <a:cs typeface="Segoe UI"/>
              </a:rPr>
              <a:t>That combination is PHISHEYE.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PHISHEYE  ·  LENOVO HACKATHON  · 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6539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6B74"/>
                </a:solidFill>
                <a:latin typeface="Consolas"/>
                <a:ea typeface="Consolas"/>
                <a:cs typeface="Consolas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